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ist"/>
      <p:regular r:id="rId17"/>
    </p:embeddedFont>
    <p:embeddedFont>
      <p:font typeface="Geis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34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Machine Learning using Python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91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98234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Introduction to Machine Learning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03264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Machine Learning enables computers to learn from data without explicit programming. ML systems identify patterns, make predictions, and improve through experience.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321850"/>
            <a:ext cx="4205168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Fundamental to modern AI technology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massive datasets efficiently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Adapts to new information dynamically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Drives automation across industries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749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Learning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3303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Problem Identification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Classify different types of machine learning problems and applications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833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Algorithm Selection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classification, regression, and clustering algorithms effectively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Validation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cross-validation and performance evaluation techniques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Neural Networks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artificial neural network fundamentals and architecture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533" y="1408390"/>
            <a:ext cx="6373535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Types of Machine Learning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8533" y="2492335"/>
            <a:ext cx="3847743" cy="2218968"/>
          </a:xfrm>
          <a:prstGeom prst="roundRect">
            <a:avLst>
              <a:gd name="adj" fmla="val 4945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8533" y="2469475"/>
            <a:ext cx="3847743" cy="91440"/>
          </a:xfrm>
          <a:prstGeom prst="roundRect">
            <a:avLst>
              <a:gd name="adj" fmla="val 182388"/>
            </a:avLst>
          </a:prstGeom>
          <a:solidFill>
            <a:srgbClr val="006747"/>
          </a:solidFill>
          <a:ln/>
        </p:spPr>
      </p:sp>
      <p:sp>
        <p:nvSpPr>
          <p:cNvPr id="6" name="Shape 3"/>
          <p:cNvSpPr/>
          <p:nvPr/>
        </p:nvSpPr>
        <p:spPr>
          <a:xfrm>
            <a:off x="2294394" y="2214443"/>
            <a:ext cx="555903" cy="555903"/>
          </a:xfrm>
          <a:prstGeom prst="roundRect">
            <a:avLst>
              <a:gd name="adj" fmla="val 164489"/>
            </a:avLst>
          </a:prstGeom>
          <a:solidFill>
            <a:srgbClr val="006747"/>
          </a:solidFill>
          <a:ln/>
        </p:spPr>
      </p:sp>
      <p:sp>
        <p:nvSpPr>
          <p:cNvPr id="7" name="Text 4"/>
          <p:cNvSpPr/>
          <p:nvPr/>
        </p:nvSpPr>
        <p:spPr>
          <a:xfrm>
            <a:off x="2461200" y="2353389"/>
            <a:ext cx="22229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56655" y="2955488"/>
            <a:ext cx="2439114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Supervised Learning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6655" y="3335655"/>
            <a:ext cx="3431500" cy="80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Models trained on labeled data with known outcomes. Used for classification and regression tasks.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6655" y="4233982"/>
            <a:ext cx="3431500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Example: Email spam filters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647605" y="2492335"/>
            <a:ext cx="3847862" cy="2218968"/>
          </a:xfrm>
          <a:prstGeom prst="roundRect">
            <a:avLst>
              <a:gd name="adj" fmla="val 4945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47605" y="2469475"/>
            <a:ext cx="3847862" cy="91440"/>
          </a:xfrm>
          <a:prstGeom prst="roundRect">
            <a:avLst>
              <a:gd name="adj" fmla="val 182388"/>
            </a:avLst>
          </a:prstGeom>
          <a:solidFill>
            <a:srgbClr val="006747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3584" y="2214443"/>
            <a:ext cx="555903" cy="555903"/>
          </a:xfrm>
          <a:prstGeom prst="roundRect">
            <a:avLst>
              <a:gd name="adj" fmla="val 164489"/>
            </a:avLst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6460391" y="2353389"/>
            <a:ext cx="22229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5726" y="2955488"/>
            <a:ext cx="275975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Unsupervised Learning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55726" y="3335655"/>
            <a:ext cx="3431619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Discovers hidden patterns in unlabeled data without predefined answers.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855726" y="3964781"/>
            <a:ext cx="343161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Example: Customer segmentation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8533" y="5140523"/>
            <a:ext cx="7846933" cy="1680567"/>
          </a:xfrm>
          <a:prstGeom prst="roundRect">
            <a:avLst>
              <a:gd name="adj" fmla="val 6529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8533" y="5117663"/>
            <a:ext cx="7846933" cy="91440"/>
          </a:xfrm>
          <a:prstGeom prst="roundRect">
            <a:avLst>
              <a:gd name="adj" fmla="val 182388"/>
            </a:avLst>
          </a:prstGeom>
          <a:solidFill>
            <a:srgbClr val="006747"/>
          </a:solidFill>
          <a:ln/>
        </p:spPr>
      </p:sp>
      <p:sp>
        <p:nvSpPr>
          <p:cNvPr id="20" name="Shape 17"/>
          <p:cNvSpPr/>
          <p:nvPr/>
        </p:nvSpPr>
        <p:spPr>
          <a:xfrm>
            <a:off x="4294049" y="4862632"/>
            <a:ext cx="555903" cy="555903"/>
          </a:xfrm>
          <a:prstGeom prst="roundRect">
            <a:avLst>
              <a:gd name="adj" fmla="val 164489"/>
            </a:avLst>
          </a:prstGeom>
          <a:solidFill>
            <a:srgbClr val="006747"/>
          </a:solidFill>
          <a:ln/>
        </p:spPr>
      </p:sp>
      <p:sp>
        <p:nvSpPr>
          <p:cNvPr id="21" name="Text 18"/>
          <p:cNvSpPr/>
          <p:nvPr/>
        </p:nvSpPr>
        <p:spPr>
          <a:xfrm>
            <a:off x="4460855" y="5001578"/>
            <a:ext cx="22229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856655" y="5603677"/>
            <a:ext cx="2888694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Reinforcement Learning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56655" y="5983843"/>
            <a:ext cx="7430691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Agents learn through trial and error by receiving rewards or penalties.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56655" y="6343769"/>
            <a:ext cx="7430691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Example: Game-playing AI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740253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Python in Machine Learning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56" y="2131695"/>
            <a:ext cx="482084" cy="482084"/>
          </a:xfrm>
          <a:prstGeom prst="roundRect">
            <a:avLst>
              <a:gd name="adj" fmla="val 40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4346" y="220527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Easy Syntax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34346" y="2742486"/>
            <a:ext cx="76675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Clean, readable code that resembles natural language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56" y="3480673"/>
            <a:ext cx="482084" cy="482084"/>
          </a:xfrm>
          <a:prstGeom prst="roundRect">
            <a:avLst>
              <a:gd name="adj" fmla="val 40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4346" y="3554254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Strong Community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34346" y="4091464"/>
            <a:ext cx="76675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Active developers providing support and documentation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9856" y="4829651"/>
            <a:ext cx="482084" cy="482084"/>
          </a:xfrm>
          <a:prstGeom prst="roundRect">
            <a:avLst>
              <a:gd name="adj" fmla="val 40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4346" y="4903232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ML Ecosystem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34346" y="5440442"/>
            <a:ext cx="76675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Rich libraries and frameworks for all ML needs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9856" y="6178629"/>
            <a:ext cx="482084" cy="482084"/>
          </a:xfrm>
          <a:prstGeom prst="roundRect">
            <a:avLst>
              <a:gd name="adj" fmla="val 40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4346" y="6252210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Industry Standard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34346" y="6789420"/>
            <a:ext cx="76675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Widely adopted by tech companies and researchers</a:t>
            </a:r>
            <a:endParaRPr lang="en-US" sz="16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7983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Important Python Libraries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NumPy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Powerful numerical computing with N-dimensional arrays and mathematical functions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Pandas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manipulation and analysis with intuitive data structures like DataFrames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Visualization library creating static, animated, and interactive plots from data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Comprehensive ML library implementing classification, regression, and clustering algorithms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77810"/>
            <a:ext cx="7343180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Machine Learning Workflow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72935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3214" y="1775460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Collection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3214" y="2200513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Gather relevant datasets from multiple sources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788682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3214" y="2991207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Preprocessing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03214" y="3416260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Clean, transform, and normalize data for training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04429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3214" y="4206954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Training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03214" y="4632007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Fit algorithms to learn patterns from data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20176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3214" y="542270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Evaluation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03214" y="5847755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performance using validation techniques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35923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03214" y="663844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Prediction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03214" y="7063502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trained models to new data instances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8287" y="1050846"/>
            <a:ext cx="6435447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Evaluation &amp; Validation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287" y="2413159"/>
            <a:ext cx="7366873" cy="4111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1165" y="1898452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321165" y="2160032"/>
            <a:ext cx="3778329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6" name="Text 3"/>
          <p:cNvSpPr/>
          <p:nvPr/>
        </p:nvSpPr>
        <p:spPr>
          <a:xfrm>
            <a:off x="9321165" y="2289453"/>
            <a:ext cx="209300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Train/Test Split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21165" y="2674620"/>
            <a:ext cx="37783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Divide data into training and testing sets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1165" y="3156466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321165" y="3418046"/>
            <a:ext cx="3778329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0" name="Text 7"/>
          <p:cNvSpPr/>
          <p:nvPr/>
        </p:nvSpPr>
        <p:spPr>
          <a:xfrm>
            <a:off x="9321165" y="3547467"/>
            <a:ext cx="209300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1165" y="3932634"/>
            <a:ext cx="377832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k-fold validation for robust performance estimates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1165" y="4647248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21165" y="4908828"/>
            <a:ext cx="3778329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9321165" y="5038249"/>
            <a:ext cx="2245995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1165" y="5423416"/>
            <a:ext cx="37783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Calculate accuracy, precision, recall, and F1-score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21165" y="5905262"/>
            <a:ext cx="16740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321165" y="6166842"/>
            <a:ext cx="3778329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8" name="Text 15"/>
          <p:cNvSpPr/>
          <p:nvPr/>
        </p:nvSpPr>
        <p:spPr>
          <a:xfrm>
            <a:off x="9321165" y="6296263"/>
            <a:ext cx="2117527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1165" y="6681430"/>
            <a:ext cx="37783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Adjust hyperparameters to improve results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4882"/>
            <a:ext cx="69534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Real-world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2729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05337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Recommendation Systems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50086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Netflix, Amazon, and Spotify use ML to personalize content suggestions based on user preferences and behavior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127290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605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Image Recognition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09575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Computer vision identifies objects, faces, and scenes in photos and videos for security and automation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127290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605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Fraud Detection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09575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Financial institutions analyze transactions in real-time to identify suspicious patterns and prevent fraud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127290"/>
            <a:ext cx="2194560" cy="2194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60533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Healthcare Predictions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4500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 models analyze medical data to predict diseases, recommend treatments, and improve patient outcomes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722" y="1113115"/>
            <a:ext cx="7803356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Course Completion Achievements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6722" y="2714387"/>
            <a:ext cx="2872978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Skills Gained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156722" y="3235166"/>
            <a:ext cx="3668078" cy="243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supervised and unsupervised learning algorithms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and evaluated ML models using Scikit-learn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Applied data preprocessing and validation techniques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Understood neural network fundamentals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299621" y="2714387"/>
            <a:ext cx="3109674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Opportunities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299621" y="3235166"/>
            <a:ext cx="3668078" cy="214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 to deep learning and neural networks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specialized applications in NLP or computer vision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Pursue certifications in AI and data science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ML skills to real-world projects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44020" y="6086475"/>
            <a:ext cx="7516058" cy="84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A1B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Machine learning is transforming every industry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from healthcare to finance to entertainment. This foundation opens doors to countless career opportunities in the AI era.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56722" y="5904548"/>
            <a:ext cx="22860" cy="1211818"/>
          </a:xfrm>
          <a:prstGeom prst="rect">
            <a:avLst/>
          </a:prstGeom>
          <a:solidFill>
            <a:srgbClr val="0067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2026-03-15T06:07:01Z</dcterms:created>
  <dcterms:modified xsi:type="dcterms:W3CDTF">2026-03-15T06:07:01Z</dcterms:modified>
</cp:coreProperties>
</file>